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888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ammon-salter-del/smart-scale-game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ammon-salter-del/smart-scale-gam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360661" y="2240310"/>
            <a:ext cx="442267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spcAft>
                <a:spcPts val="18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Smart Scale Game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2472954" y="3454852"/>
            <a:ext cx="442267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2400"/>
              </a:spcAft>
              <a:buNone/>
            </a:pPr>
            <a:r>
              <a:rPr lang="en-US" sz="13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Business Simulation Experience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986752" y="3902952"/>
            <a:ext cx="3250555" cy="388590"/>
          </a:xfrm>
          <a:prstGeom prst="roundRect">
            <a:avLst>
              <a:gd name="adj" fmla="val 19609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87419" y="4017252"/>
            <a:ext cx="28492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ENTREPRENEURSHIP MODULE</a:t>
            </a:r>
            <a:endParaRPr lang="en-US" sz="900" dirty="0"/>
          </a:p>
        </p:txBody>
      </p:sp>
      <p:pic>
        <p:nvPicPr>
          <p:cNvPr id="8" name="Picture 7" descr="A person sitting at a computer&#10;&#10;AI-generated content may be incorrect.">
            <a:extLst>
              <a:ext uri="{FF2B5EF4-FFF2-40B4-BE49-F238E27FC236}">
                <a16:creationId xmlns:a16="http://schemas.microsoft.com/office/drawing/2014/main" id="{D1419909-DE60-A8F8-CF4A-69A00FCF3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4639" y="270469"/>
            <a:ext cx="4499309" cy="29995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C66E7D-9EDF-3526-93C6-62FF52173D83}"/>
              </a:ext>
            </a:extLst>
          </p:cNvPr>
          <p:cNvSpPr txBox="1"/>
          <p:nvPr/>
        </p:nvSpPr>
        <p:spPr>
          <a:xfrm>
            <a:off x="906379" y="4622409"/>
            <a:ext cx="7555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chemeClr val="bg1"/>
                </a:solidFill>
              </a:rPr>
              <a:t>Salter, A. (2025) </a:t>
            </a:r>
            <a:r>
              <a:rPr lang="en-GB" sz="1000" i="1" dirty="0">
                <a:solidFill>
                  <a:schemeClr val="bg1"/>
                </a:solidFill>
              </a:rPr>
              <a:t>Smart Scale Game: A Business Simulation for Corporate Entrepreneurship Education</a:t>
            </a:r>
            <a:r>
              <a:rPr lang="en-GB" sz="1000" dirty="0">
                <a:solidFill>
                  <a:schemeClr val="bg1"/>
                </a:solidFill>
              </a:rPr>
              <a:t>. Available at: </a:t>
            </a:r>
            <a:r>
              <a:rPr lang="en-GB" sz="10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https://github.com/ammon-salter-del/smart-scale-game</a:t>
            </a:r>
            <a:r>
              <a:rPr lang="en-GB" sz="1000" dirty="0">
                <a:solidFill>
                  <a:schemeClr val="bg1"/>
                </a:solidFill>
              </a:rPr>
              <a:t> 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Mission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628775"/>
            <a:ext cx="54406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8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the </a:t>
            </a:r>
            <a:r>
              <a:rPr lang="en-US" sz="1500" b="1" dirty="0">
                <a:solidFill>
                  <a:srgbClr val="0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director</a:t>
            </a: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a corporate venture at </a:t>
            </a:r>
            <a:r>
              <a:rPr lang="en-US" sz="1500" b="1" dirty="0">
                <a:solidFill>
                  <a:srgbClr val="0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Neptune Corporation</a:t>
            </a: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global consumer goods company.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1000" y="2581275"/>
            <a:ext cx="54406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8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task: </a:t>
            </a: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this promising venture</a:t>
            </a: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into Neptune's next major brand — in just 12 months.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3533775"/>
            <a:ext cx="5334000" cy="704850"/>
          </a:xfrm>
          <a:prstGeom prst="roundRect">
            <a:avLst>
              <a:gd name="adj" fmla="val 10811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3533775"/>
            <a:ext cx="0" cy="704850"/>
          </a:xfrm>
          <a:prstGeom prst="line">
            <a:avLst/>
          </a:prstGeom>
          <a:noFill/>
          <a:ln w="38100">
            <a:solidFill>
              <a:srgbClr val="0D6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9600" y="3686175"/>
            <a:ext cx="501319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face real business dilemmas, make consequential decisions, and experience the results of your leadership.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096000" y="1570137"/>
            <a:ext cx="2667000" cy="2727127"/>
          </a:xfrm>
          <a:prstGeom prst="roundRect">
            <a:avLst>
              <a:gd name="adj" fmla="val 4286"/>
            </a:avLst>
          </a:prstGeom>
          <a:solidFill>
            <a:srgbClr val="0D6B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24600" y="1798737"/>
            <a:ext cx="22539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FACTS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6324600" y="2124373"/>
            <a:ext cx="225399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30-45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324600" y="2497634"/>
            <a:ext cx="22539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to play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324600" y="2823270"/>
            <a:ext cx="225399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324600" y="3196530"/>
            <a:ext cx="22539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to simulate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324600" y="3522166"/>
            <a:ext cx="225399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324600" y="3895427"/>
            <a:ext cx="22539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ventures to choose from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588294"/>
            <a:ext cx="1952625" cy="1742033"/>
          </a:xfrm>
          <a:prstGeom prst="roundRect">
            <a:avLst>
              <a:gd name="adj" fmla="val 65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1025" y="1788319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D6B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1025" y="2283619"/>
            <a:ext cx="158362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Venture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1025" y="2573089"/>
            <a:ext cx="1583627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from 3 different corporate ventures, each with unique challenges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2524125" y="1588294"/>
            <a:ext cx="1952625" cy="1742033"/>
          </a:xfrm>
          <a:prstGeom prst="roundRect">
            <a:avLst>
              <a:gd name="adj" fmla="val 65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24150" y="1788319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D6B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24150" y="2283619"/>
            <a:ext cx="158362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Your Strategy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24150" y="2573089"/>
            <a:ext cx="1583627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your growth ambition: local, regional, or global expansion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667250" y="1588294"/>
            <a:ext cx="1952625" cy="1742033"/>
          </a:xfrm>
          <a:prstGeom prst="roundRect">
            <a:avLst>
              <a:gd name="adj" fmla="val 65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67275" y="1788319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D6B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67275" y="2283619"/>
            <a:ext cx="158362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 to Emails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67275" y="2573089"/>
            <a:ext cx="1583627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sends you dilemmas via email. Read carefully and decide.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810375" y="1588294"/>
            <a:ext cx="1952625" cy="1742033"/>
          </a:xfrm>
          <a:prstGeom prst="roundRect">
            <a:avLst>
              <a:gd name="adj" fmla="val 65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10400" y="1788319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D6B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010400" y="2283619"/>
            <a:ext cx="158362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Results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10400" y="2573089"/>
            <a:ext cx="1583627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how your decisions affect your venture's performance</a:t>
            </a:r>
            <a:endParaRPr lang="en-US" sz="975" dirty="0"/>
          </a:p>
        </p:txBody>
      </p:sp>
      <p:pic>
        <p:nvPicPr>
          <p:cNvPr id="19" name="Image 0" descr="/tmp/rasterized-gradient-2cfa43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309170"/>
            <a:ext cx="8382000" cy="4533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30352" y="4442520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matters.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There are no "undo" buttons — just like real business.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Dashboard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647700"/>
            <a:ext cx="8743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1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to watch as you lead your venture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381000" y="1152525"/>
            <a:ext cx="2692450" cy="1220986"/>
          </a:xfrm>
          <a:prstGeom prst="roundRect">
            <a:avLst>
              <a:gd name="adj" fmla="val 78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152525"/>
            <a:ext cx="0" cy="1220986"/>
          </a:xfrm>
          <a:prstGeom prst="line">
            <a:avLst/>
          </a:prstGeom>
          <a:noFill/>
          <a:ln w="38100">
            <a:solidFill>
              <a:srgbClr val="0D6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71500" y="1304925"/>
            <a:ext cx="23965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1663005"/>
            <a:ext cx="23965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Reach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571500" y="1901130"/>
            <a:ext cx="23965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markets you've entered. Your main target.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25850" y="1152525"/>
            <a:ext cx="2692450" cy="1220986"/>
          </a:xfrm>
          <a:prstGeom prst="roundRect">
            <a:avLst>
              <a:gd name="adj" fmla="val 78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44900" y="1152525"/>
            <a:ext cx="0" cy="122098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16350" y="1304925"/>
            <a:ext cx="23965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16350" y="1663005"/>
            <a:ext cx="23965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/ Loss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3416350" y="1901130"/>
            <a:ext cx="23965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financial performance. Running out of money ends badly.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70699" y="1152525"/>
            <a:ext cx="2692450" cy="1220986"/>
          </a:xfrm>
          <a:prstGeom prst="roundRect">
            <a:avLst>
              <a:gd name="adj" fmla="val 78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89749" y="1152525"/>
            <a:ext cx="0" cy="1220986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1199" y="1304925"/>
            <a:ext cx="23965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61199" y="1663005"/>
            <a:ext cx="23965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261199" y="1901130"/>
            <a:ext cx="23965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operational maturity. How repeatable is your model?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1000" y="2525911"/>
            <a:ext cx="2692450" cy="1220986"/>
          </a:xfrm>
          <a:prstGeom prst="roundRect">
            <a:avLst>
              <a:gd name="adj" fmla="val 78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00050" y="2525911"/>
            <a:ext cx="0" cy="122098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1500" y="2678311"/>
            <a:ext cx="23965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1500" y="3036391"/>
            <a:ext cx="23965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Morale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571500" y="3274516"/>
            <a:ext cx="23965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happiness and energy. Low morale causes problems.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25850" y="2525911"/>
            <a:ext cx="2692450" cy="1220986"/>
          </a:xfrm>
          <a:prstGeom prst="roundRect">
            <a:avLst>
              <a:gd name="adj" fmla="val 78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244900" y="2525911"/>
            <a:ext cx="0" cy="1220986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16350" y="2678311"/>
            <a:ext cx="23965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416350" y="3036391"/>
            <a:ext cx="23965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3416350" y="3274516"/>
            <a:ext cx="23965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alignment. Are you staying true to your venture's goals?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70699" y="2525911"/>
            <a:ext cx="2692450" cy="1220986"/>
          </a:xfrm>
          <a:prstGeom prst="roundRect">
            <a:avLst>
              <a:gd name="adj" fmla="val 78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089749" y="2525911"/>
            <a:ext cx="0" cy="1220986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61199" y="2678311"/>
            <a:ext cx="23965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261199" y="3036391"/>
            <a:ext cx="23965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6261199" y="3274516"/>
            <a:ext cx="23965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capacity. Your ability to adapt and improve.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1000" y="3937397"/>
            <a:ext cx="8382000" cy="401836"/>
          </a:xfrm>
          <a:prstGeom prst="roundRect">
            <a:avLst>
              <a:gd name="adj" fmla="val 1896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00050" y="3937397"/>
            <a:ext cx="0" cy="40183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71500" y="4051697"/>
            <a:ext cx="81998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Tip:</a:t>
            </a:r>
            <a:r>
              <a:rPr lang="en-US" sz="97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These metrics interact with each other. Neglecting one will eventually hurt the others.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Email Interface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647700"/>
            <a:ext cx="8743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1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communicates through realistic business emails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381000" y="1645146"/>
            <a:ext cx="5105400" cy="2776984"/>
          </a:xfrm>
          <a:prstGeom prst="roundRect">
            <a:avLst>
              <a:gd name="adj" fmla="val 411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645146"/>
            <a:ext cx="5105400" cy="599926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759446"/>
            <a:ext cx="48966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Sarah Chen, Operations Lead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33400" y="1944142"/>
            <a:ext cx="489661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Expansion Decision Needed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2245072"/>
            <a:ext cx="5105400" cy="2177058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3400" y="2397472"/>
            <a:ext cx="48966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Director, we have an opportunity to expand into the Midwest region ahead of schedule. However, our template isn't fully tested yet...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3400" y="2859435"/>
            <a:ext cx="4800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3400" y="2978497"/>
            <a:ext cx="48966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OPTIONS: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33400" y="3201293"/>
            <a:ext cx="4800600" cy="318046"/>
          </a:xfrm>
          <a:prstGeom prst="roundRect">
            <a:avLst>
              <a:gd name="adj" fmla="val 179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7225" y="3287018"/>
            <a:ext cx="46440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Expand now — seize the opportunity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33400" y="3576489"/>
            <a:ext cx="4800600" cy="318046"/>
          </a:xfrm>
          <a:prstGeom prst="roundRect">
            <a:avLst>
              <a:gd name="adj" fmla="val 179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7225" y="3662214"/>
            <a:ext cx="46440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Wait until template is ready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33400" y="3951684"/>
            <a:ext cx="4800600" cy="318046"/>
          </a:xfrm>
          <a:prstGeom prst="roundRect">
            <a:avLst>
              <a:gd name="adj" fmla="val 179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7225" y="4037409"/>
            <a:ext cx="46440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Pilot with limited resources first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715000" y="1281261"/>
            <a:ext cx="3048000" cy="830461"/>
          </a:xfrm>
          <a:prstGeom prst="roundRect">
            <a:avLst>
              <a:gd name="adj" fmla="val 91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76925" y="1424136"/>
            <a:ext cx="277863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Read Carefully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76925" y="1648867"/>
            <a:ext cx="277863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email contains context that matters for your decision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15000" y="2226022"/>
            <a:ext cx="3048000" cy="830461"/>
          </a:xfrm>
          <a:prstGeom prst="roundRect">
            <a:avLst>
              <a:gd name="adj" fmla="val 91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876925" y="2368897"/>
            <a:ext cx="277863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Weigh Trade-offs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76925" y="2593628"/>
            <a:ext cx="277863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options have pros and cons — there's rarely one "right" answer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15000" y="3170783"/>
            <a:ext cx="3048000" cy="830461"/>
          </a:xfrm>
          <a:prstGeom prst="roundRect">
            <a:avLst>
              <a:gd name="adj" fmla="val 91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876925" y="3313658"/>
            <a:ext cx="277863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Consider Context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76925" y="3538389"/>
            <a:ext cx="277863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your current situation? What do your metrics tell you?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15000" y="4115544"/>
            <a:ext cx="3048000" cy="670471"/>
          </a:xfrm>
          <a:prstGeom prst="roundRect">
            <a:avLst>
              <a:gd name="adj" fmla="val 113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876925" y="4258419"/>
            <a:ext cx="277863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Decisions Are Final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76925" y="4483150"/>
            <a:ext cx="27786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 choose, you live with the consequences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" y="152400"/>
            <a:ext cx="8839200" cy="872430"/>
          </a:xfrm>
          <a:prstGeom prst="roundRect">
            <a:avLst>
              <a:gd name="adj" fmla="val 8734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61306" y="304800"/>
            <a:ext cx="38716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WARNING: Don't Rush!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61306" y="685800"/>
            <a:ext cx="38716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game detects and penalizes hasty decision-making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1380232"/>
            <a:ext cx="4076700" cy="2891730"/>
          </a:xfrm>
          <a:prstGeom prst="roundRect">
            <a:avLst>
              <a:gd name="adj" fmla="val 395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570732"/>
            <a:ext cx="37696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IF YOU CLICK TOO FAST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71500" y="1909762"/>
            <a:ext cx="3769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Reduced Benefits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Positive effects from your choices are cut by 50%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571500" y="2481263"/>
            <a:ext cx="3769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Amplified Problems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Negative effects are increased by 40%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71500" y="3052763"/>
            <a:ext cx="3769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😞 Morale Drops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Your team loses confidence in hasty leadership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571500" y="3624263"/>
            <a:ext cx="3769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Lower Final Score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Hasty decisions count against your performance tier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4686300" y="1395710"/>
            <a:ext cx="4076700" cy="2860625"/>
          </a:xfrm>
          <a:prstGeom prst="roundRect">
            <a:avLst>
              <a:gd name="adj" fmla="val 3996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76800" y="1586210"/>
            <a:ext cx="37696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76800" y="1925241"/>
            <a:ext cx="3695700" cy="807541"/>
          </a:xfrm>
          <a:prstGeom prst="roundRect">
            <a:avLst>
              <a:gd name="adj" fmla="val 943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895850" y="1925241"/>
            <a:ext cx="0" cy="807541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67300" y="2077641"/>
            <a:ext cx="341985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your time.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67300" y="2393752"/>
            <a:ext cx="34198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each email thoroughly before choosing.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76800" y="2885182"/>
            <a:ext cx="3769614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game expects you to spend </a:t>
            </a: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8-10 seconds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reading each decision. This is a learning experience, not a speed test.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76800" y="3639294"/>
            <a:ext cx="3769614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executives</a:t>
            </a: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don't make snap decisions on major business dilemmas. Neither should you.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2400" y="4627364"/>
            <a:ext cx="8839200" cy="363736"/>
          </a:xfrm>
          <a:prstGeom prst="roundRect">
            <a:avLst>
              <a:gd name="adj" fmla="val 20949"/>
            </a:avLst>
          </a:prstGeom>
          <a:solidFill>
            <a:srgbClr val="45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2628" y="4722614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</a:t>
            </a:r>
            <a:r>
              <a:rPr lang="en-US" sz="975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Rushing = poor results. Engage thoughtfully = better outcomes.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You're Evaluated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647700"/>
            <a:ext cx="8743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1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final performance tier depends on multiple factors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381000" y="1204168"/>
            <a:ext cx="50131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TIERS</a:t>
            </a:r>
            <a:endParaRPr lang="en-US" sz="975" dirty="0"/>
          </a:p>
        </p:txBody>
      </p:sp>
      <p:pic>
        <p:nvPicPr>
          <p:cNvPr id="5" name="Image 0" descr="/tmp/rasterized-gradient-13eedf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10754"/>
            <a:ext cx="4914900" cy="5942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3004" y="1625054"/>
            <a:ext cx="1948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4: Scaling Champion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933004" y="1844129"/>
            <a:ext cx="19484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Exceptional results across all dimensions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381000" y="2200275"/>
            <a:ext cx="4914900" cy="594271"/>
          </a:xfrm>
          <a:prstGeom prst="roundRect">
            <a:avLst>
              <a:gd name="adj" fmla="val 12822"/>
            </a:avLst>
          </a:prstGeom>
          <a:solidFill>
            <a:srgbClr val="E0E7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33004" y="2314575"/>
            <a:ext cx="18177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Rising Star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933004" y="2533650"/>
            <a:ext cx="18177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performance with room to grow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81000" y="2889796"/>
            <a:ext cx="4914900" cy="594271"/>
          </a:xfrm>
          <a:prstGeom prst="roundRect">
            <a:avLst>
              <a:gd name="adj" fmla="val 12822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39242" y="3004096"/>
            <a:ext cx="15685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Solid Performer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839242" y="3223171"/>
            <a:ext cx="15685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baseline expectations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381000" y="3579316"/>
            <a:ext cx="4914900" cy="594271"/>
          </a:xfrm>
          <a:prstGeom prst="roundRect">
            <a:avLst>
              <a:gd name="adj" fmla="val 1282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933004" y="3693616"/>
            <a:ext cx="19087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Learning Experience</a:t>
            </a:r>
            <a:endParaRPr lang="en-US" sz="1125" dirty="0"/>
          </a:p>
        </p:txBody>
      </p:sp>
      <p:sp>
        <p:nvSpPr>
          <p:cNvPr id="16" name="Text 13"/>
          <p:cNvSpPr/>
          <p:nvPr/>
        </p:nvSpPr>
        <p:spPr>
          <a:xfrm>
            <a:off x="933004" y="3912691"/>
            <a:ext cx="19087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but with challenges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381000" y="4268837"/>
            <a:ext cx="4914900" cy="594271"/>
          </a:xfrm>
          <a:prstGeom prst="roundRect">
            <a:avLst>
              <a:gd name="adj" fmla="val 12822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933004" y="4383137"/>
            <a:ext cx="13902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0: Early Exit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933004" y="4602212"/>
            <a:ext cx="13902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Terminated before 12 months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5524500" y="1278434"/>
            <a:ext cx="33032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MATTERS FOR YOUR TIER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5524500" y="1604070"/>
            <a:ext cx="3238500" cy="670471"/>
          </a:xfrm>
          <a:prstGeom prst="roundRect">
            <a:avLst>
              <a:gd name="adj" fmla="val 113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686425" y="1746945"/>
            <a:ext cx="297294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Market Reach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686425" y="1971675"/>
            <a:ext cx="29729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you hit your growth targets?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524500" y="2388840"/>
            <a:ext cx="3238500" cy="670471"/>
          </a:xfrm>
          <a:prstGeom prst="roundRect">
            <a:avLst>
              <a:gd name="adj" fmla="val 113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686425" y="2531715"/>
            <a:ext cx="297294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Financial Health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686425" y="2756446"/>
            <a:ext cx="29729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you stay within budget?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524500" y="3173611"/>
            <a:ext cx="3238500" cy="670471"/>
          </a:xfrm>
          <a:prstGeom prst="roundRect">
            <a:avLst>
              <a:gd name="adj" fmla="val 113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686425" y="3316486"/>
            <a:ext cx="297294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Team Morale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686425" y="3541216"/>
            <a:ext cx="29729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your team still engaged?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524500" y="3958382"/>
            <a:ext cx="3238500" cy="830461"/>
          </a:xfrm>
          <a:prstGeom prst="roundRect">
            <a:avLst>
              <a:gd name="adj" fmla="val 9176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686425" y="4101257"/>
            <a:ext cx="297294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Decision Quality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686425" y="4325987"/>
            <a:ext cx="297294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hasty decisions will lower your tier — even with good metrics!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Begin? 🚀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381000" y="1756321"/>
            <a:ext cx="5067300" cy="2144911"/>
          </a:xfrm>
          <a:prstGeom prst="roundRect">
            <a:avLst>
              <a:gd name="adj" fmla="val 532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946821"/>
            <a:ext cx="478002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START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71500" y="2253407"/>
            <a:ext cx="47800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 30-45 minutes of uninterrupted time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571500" y="2567732"/>
            <a:ext cx="47800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a laptop or desktop (not phone)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571500" y="2882057"/>
            <a:ext cx="47800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Close other tabs and distractions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571500" y="3196382"/>
            <a:ext cx="47800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Commit to reading each email carefully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71500" y="3510707"/>
            <a:ext cx="47800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Remember: no "right" answers, only trade-offs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5715000" y="1582192"/>
            <a:ext cx="3048000" cy="1508671"/>
          </a:xfrm>
          <a:prstGeom prst="roundRect">
            <a:avLst>
              <a:gd name="adj" fmla="val 7576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59399" y="1753642"/>
            <a:ext cx="275920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spcAft>
                <a:spcPts val="450"/>
              </a:spcAft>
              <a:buNone/>
            </a:pPr>
            <a:r>
              <a:rPr lang="en-US" sz="27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859399" y="2290763"/>
            <a:ext cx="27592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0D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Goal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5859399" y="2547938"/>
            <a:ext cx="27592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your venture to target market reach while keeping the venture healthy and team engaged.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715000" y="3205163"/>
            <a:ext cx="3048000" cy="439936"/>
          </a:xfrm>
          <a:prstGeom prst="roundRect">
            <a:avLst>
              <a:gd name="adj" fmla="val 25981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859399" y="3338513"/>
            <a:ext cx="275920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Remember: Rushing = Poor Results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684520" y="3835598"/>
            <a:ext cx="310896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luck, Director!</a:t>
            </a:r>
            <a:endParaRPr lang="en-US" sz="13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F95004-3413-4DB6-73CB-A9011609344D}"/>
              </a:ext>
            </a:extLst>
          </p:cNvPr>
          <p:cNvSpPr txBox="1"/>
          <p:nvPr/>
        </p:nvSpPr>
        <p:spPr>
          <a:xfrm>
            <a:off x="906379" y="4622409"/>
            <a:ext cx="7555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bg1"/>
                </a:solidFill>
              </a:rPr>
              <a:t>Salter, A. (2025) </a:t>
            </a:r>
            <a:r>
              <a:rPr lang="en-GB" sz="900" i="1" dirty="0">
                <a:solidFill>
                  <a:schemeClr val="bg1"/>
                </a:solidFill>
              </a:rPr>
              <a:t>Smart Scale Game: A Business Simulation for Corporate Entrepreneurship Education</a:t>
            </a:r>
            <a:r>
              <a:rPr lang="en-GB" sz="900" dirty="0">
                <a:solidFill>
                  <a:schemeClr val="bg1"/>
                </a:solidFill>
              </a:rPr>
              <a:t>. Available at: </a:t>
            </a:r>
            <a:r>
              <a:rPr lang="en-GB" sz="9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https://github.com/ammon-salter-del/smart-scale-game</a:t>
            </a:r>
            <a:r>
              <a:rPr lang="en-GB" sz="900" dirty="0">
                <a:solidFill>
                  <a:schemeClr val="bg1"/>
                </a:solidFill>
              </a:rPr>
              <a:t> 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790</Words>
  <Application>Microsoft Macintosh PowerPoint</Application>
  <PresentationFormat>On-screen Show (16:9)</PresentationFormat>
  <Paragraphs>119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Scale Game - Student Introduction</dc:title>
  <dc:subject>Game Introduction for Students</dc:subject>
  <dc:creator>Corporate Entrepreneurship Module</dc:creator>
  <cp:lastModifiedBy>Salter, Ammon</cp:lastModifiedBy>
  <cp:revision>2</cp:revision>
  <dcterms:created xsi:type="dcterms:W3CDTF">2025-12-12T08:16:43Z</dcterms:created>
  <dcterms:modified xsi:type="dcterms:W3CDTF">2025-12-12T08:36:56Z</dcterms:modified>
</cp:coreProperties>
</file>